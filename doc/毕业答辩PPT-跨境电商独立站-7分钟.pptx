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868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毕业答辩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Gin 与 Nuxt.js 的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跨境电商独立站的设计与实现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458200" y="1097280"/>
            <a:ext cx="3200400" cy="4389120"/>
          </a:xfrm>
          <a:prstGeom prst="roundRect">
            <a:avLst/>
          </a:prstGeom>
          <a:solidFill>
            <a:srgbClr val="2A367A">
              <a:alpha val="90000"/>
            </a:srgbClr>
          </a:solidFill>
          <a:ln w="12700">
            <a:solidFill>
              <a:srgbClr val="6EA8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150876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答辩人：XXX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专业：计算机科学与技术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指导教师：XXX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日期：2026年X月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研究背景与意义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07592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第三方平台存在流量成本高、数据归属弱、品牌自主性不足等问题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0136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跨境场景下，独立站可形成“自有域名 + 数据闭环 + 品牌沉淀”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68296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本课题围绕独立站完整业务链路，验证前后端分离架构落地可行性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3008376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35224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研究价值：兼顾工程实践与业务可用，具备可部署、可演示特性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研究目标与论文贡献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972800" cy="4937760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D9E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08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74520" y="15270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构建一套可部署、可演示、可扩展的跨境电商独立站系统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1307592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 server + shop_admin + zhuyi-store 三子系统协同架构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80136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后端采用 Handler → Service → Repository 分层与工厂组织方式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85800" y="2441448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368296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 Session/JWT/设备指纹的多端认证策略与 PayPal 支付集成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85800" y="3008376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935224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完成需求、设计、实现、测试的完整软件工程流程实践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技术选型与可行性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120640" cy="1874520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" y="212140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+ Gin + GORM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Redis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5120640" cy="1874520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00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29400" y="212140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Vue3 + Vite + 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Vue + Pinia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5120640" cy="1874520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前台商城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51560" y="440740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Nuxt4 + Vue3 + Nuxt UI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3657600"/>
            <a:ext cx="5120640" cy="1874520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DC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工程支撑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29400" y="4407408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Sandbox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系统总体架构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291840" cy="100584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前台商城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zhuyi-store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645920"/>
            <a:ext cx="3291840" cy="100584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API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38160" y="1645920"/>
            <a:ext cx="3291840" cy="100584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管理后台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shop_admin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103120" y="3657600"/>
            <a:ext cx="3291840" cy="100584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840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业务数据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3657600"/>
            <a:ext cx="2560320" cy="100584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BFD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8404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Session/缓存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114800" y="2148840"/>
            <a:ext cx="32004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72400" y="2148840"/>
            <a:ext cx="32004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26480" y="2697480"/>
            <a:ext cx="-2194560" cy="91440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697480"/>
            <a:ext cx="1463040" cy="91440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22960" y="5166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分组：/api/manage  与  /api/client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486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认证：管理员 Session / 用户 JWT / 设备指纹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核心业务流程（用户侧）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468880"/>
            <a:ext cx="1737360" cy="100584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AFC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63347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商品浏览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86584" y="2770632"/>
            <a:ext cx="320040" cy="4114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2468880"/>
            <a:ext cx="1737360" cy="100584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AFC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63347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选择SKU加购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06824" y="2770632"/>
            <a:ext cx="320040" cy="4114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468880"/>
            <a:ext cx="1737360" cy="100584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AFC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63347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购物车管理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27064" y="2770632"/>
            <a:ext cx="320040" cy="4114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468880"/>
            <a:ext cx="1737360" cy="100584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AFC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63347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结算下单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47304" y="2770632"/>
            <a:ext cx="320040" cy="4114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468880"/>
            <a:ext cx="1737360" cy="100584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AFC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63347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PayPal支付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67544" y="2770632"/>
            <a:ext cx="320040" cy="411480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95560" y="2468880"/>
            <a:ext cx="1737360" cy="1005840"/>
          </a:xfrm>
          <a:prstGeom prst="roundRect">
            <a:avLst/>
          </a:prstGeom>
          <a:solidFill>
            <a:srgbClr val="F2F7FF"/>
          </a:solidFill>
          <a:ln w="12700">
            <a:solidFill>
              <a:srgbClr val="AFC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263347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订单查询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游客链路：设备指纹 + 查询码 支持加购与查单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数据库与关键数据模型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241280" cy="1097280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CFD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0" y="17190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 / 商品 / SKU / 属性 / 标签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10241280" cy="10972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D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交易域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0" y="32278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 / 订单项 / 收货地址 / 退款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10241280" cy="1097280"/>
          </a:xfrm>
          <a:prstGeom prst="roundRect">
            <a:avLst/>
          </a:prstGeom>
          <a:solidFill>
            <a:srgbClr val="F8FAFF"/>
          </a:solidFill>
          <a:ln w="12700">
            <a:solidFill>
              <a:srgbClr val="CFD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709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内容域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26080" y="473659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 / 推荐位 / 推荐项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7607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设计原则：状态字段驱动流程、主外键关系清晰、便于扩展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后端关键设计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07592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分层架构：Handler → Service → Repository，职责清晰、可测试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0136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统一依赖注入，降低模块耦合，便于替换与扩展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68296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中间件体系：CORS、管理员认证、JWT、设备指纹、统一错误处理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3008376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35224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核心能力：商品/订单/CMS/支付模块按业务域解耦组织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85800" y="3575304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502152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统一响应结构提升前后端联调效率与可维护性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前后端关键实现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394960" cy="4389120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CFE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1371600"/>
            <a:ext cx="5394960" cy="4389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管理后台（shop_admin）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商品/分类/SKU管理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订单处理与退款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CMS文档与推荐位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系统与站点配置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前台商城（zhuyi-store）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首页/分类/详情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购物车与结算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PayPal支付与订单查询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登录注册与地址管理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58978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前端通过统一 API 封装与状态管理实现高效联调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测试方案与结果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测试环境：Go + MySQL + Redis + Node + PayPal Sandbox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10789920" cy="64008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019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管理端功能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235440" y="188366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505456"/>
            <a:ext cx="10789920" cy="64008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700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客户端功能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235440" y="2651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73552"/>
            <a:ext cx="10789920" cy="64008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43814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接口认证逻辑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235440" y="34198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041648"/>
            <a:ext cx="10789920" cy="64008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206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PayPal沙箱支付/退款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35440" y="41879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809744"/>
            <a:ext cx="10789920" cy="64008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E0E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97433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性能压测与渗透测试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35440" y="4956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待完善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项目亮点与创新点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07592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2344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双端协同：管理后台与前台商城共同支撑完整电商闭环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0136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认证分层：管理员 Session、用户 JWT、游客设备指纹并行设计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68296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支付闭环：PayPal 创建订单、捕获支付与退款链路打通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3008376"/>
            <a:ext cx="146304" cy="14630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35224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工程化：从需求到测试的完整论文与系统交付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F4F7FF"/>
          </a:solidFill>
          <a:ln w="12700">
            <a:solidFill>
              <a:srgbClr val="F4F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不足与改进方向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212080" cy="4480560"/>
          </a:xfrm>
          <a:prstGeom prst="roundRect">
            <a:avLst/>
          </a:prstGeom>
          <a:solidFill>
            <a:srgbClr val="FFF8F2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325880"/>
            <a:ext cx="5212080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缺少系统化压测与高并发验证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安全审计与渗透测试不足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自动化测试覆盖较低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4652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后续优化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增加缓存策略与索引优化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建立CI/CD与回归测试链路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强化日志审计、限流与风控能力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总结与致谢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完成了跨境电商独立站从需求到测试的全流程实践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系统已具备可部署、可演示能力，并具备后续扩展空间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感谢各位老师聆听，恳请批评指正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嘉应学院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基于Gin与Nuxt.js的跨境电商独立站的设计与实现</dc:title>
  <dc:subject>毕业答辩</dc:subject>
  <dc:creator>嘉应学院本科毕业设计</dc:creator>
  <cp:lastModifiedBy>嘉应学院本科毕业设计</cp:lastModifiedBy>
  <cp:revision>1</cp:revision>
  <dcterms:created xsi:type="dcterms:W3CDTF">2026-05-08T01:32:20Z</dcterms:created>
  <dcterms:modified xsi:type="dcterms:W3CDTF">2026-05-08T01:32:20Z</dcterms:modified>
</cp:coreProperties>
</file>